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A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SEMANAL DE MARKETING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Análisis Táctico por Proyecto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01 – 07 Set 2026   ·   Comparativa vs. 01 – 07 Ago 2026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3203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 – SANTA BEATRIZ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420624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3203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 ORUÉ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4206240"/>
            <a:ext cx="2468880" cy="502920"/>
          </a:xfrm>
          <a:prstGeom prst="roundRect">
            <a:avLst>
              <a:gd name="adj" fmla="val 14545"/>
            </a:avLst>
          </a:prstGeom>
          <a:solidFill>
            <a:srgbClr val="13203A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PADOVA SAC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Helio – Santa Beatriz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217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01–07 Set 2026 vs 01–07 Ago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326880" y="256032"/>
            <a:ext cx="2331720" cy="548640"/>
          </a:xfrm>
          <a:prstGeom prst="roundRect">
            <a:avLst>
              <a:gd name="adj" fmla="val 13333"/>
            </a:avLst>
          </a:prstGeom>
          <a:solidFill>
            <a:srgbClr val="4A141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0" y="2560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64.4% leads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B4A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1371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57 vs 160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totales (semana vs. mes anterior)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69080" y="1325880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B4A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206240" y="1371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8.1 vs 22.9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 leads por día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89520" y="1325880"/>
            <a:ext cx="3291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B4A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26680" y="13716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totales generadas en la semana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606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GENERADAS POR CANAL — ESTA SEMANA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5120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 (semana)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 por la Zona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Web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5989320" y="2606040"/>
            <a:ext cx="5669280" cy="233172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5875">
            <a:solidFill>
              <a:srgbClr val="E3B3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89320" y="2606040"/>
            <a:ext cx="82296" cy="2331720"/>
          </a:xfrm>
          <a:prstGeom prst="roundRect">
            <a:avLst/>
          </a:prstGeom>
          <a:solidFill>
            <a:srgbClr val="F4A228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3640" y="2743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6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/ ANÁLISIS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3035808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concentra el 51% de los leads de la semana (29 de 57) y ~S/ 4,000 de inversión, pero no generó ninguna de las 4 visitas registradas. El canal orgánico (Paso por la Zona) sostiene la mayoría de las visitas pese a tener muy pocos leads. Además, el volumen total de leads cae 64% vs. el mismo periodo de agosto, sin señales de recuperación en la semana.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5875">
            <a:solidFill>
              <a:srgbClr val="0D7377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777240" y="5276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A REALIZAR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PADOVA SAC  ·  MARKETING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074152" y="6537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 – SANTA BEATRIZ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2026-09-08T00:39:58Z</dcterms:created>
  <dcterms:modified xsi:type="dcterms:W3CDTF">2026-09-08T00:39:58Z</dcterms:modified>
</cp:coreProperties>
</file>